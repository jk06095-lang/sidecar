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Macro-Nexus 2026 — PPT Slide Deck (Markdown Format)
  이 문서는 Marp, Slidev 등 마크다운 기반 프레젠테이션 도구에서 
  슬라이드쇼로 변환 가능한 형식으로 작성되었습니다.
  Marp 사용 시: marp --html SLIDES.md -o presentation.pptx
  Slidev 사용 시: npx slidev SLIDES.md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What is Macro-Nexus?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Architecture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Preset Scenarios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Dashboard Screenshot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Signal Feed Deep Dive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Logic Builder Screenshot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Node 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Toolbar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AI Pipeline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Scenario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Settings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Tech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Quick Start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Thank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🌐 The Macro-Nexus 2026</dc:title>
  <dc:subject>PptxGenJS Presentation</dc:subject>
  <dc:creator>Created by Marp</dc:creator>
  <cp:lastModifiedBy>Created by Marp</cp:lastModifiedBy>
  <cp:revision>1</cp:revision>
  <dcterms:created xsi:type="dcterms:W3CDTF">2026-04-06T16:16:40Z</dcterms:created>
  <dcterms:modified xsi:type="dcterms:W3CDTF">2026-04-06T16:16:40Z</dcterms:modified>
</cp:coreProperties>
</file>